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Calibri"/>
                <a:ea typeface="Microsoft YaHei"/>
              </a:rPr>
              <a:t>混合模型流水线并行推理：阶段性验证结果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E5E7EB"/>
                </a:solidFill>
                <a:latin typeface="Calibri"/>
                <a:ea typeface="Microsoft YaHei"/>
              </a:rPr>
              <a:t>Nemotron-Nano-9B-v2（Mamba-Transformer 混合）× vLLM 0.10.1.1 × 2×RTX 4090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C7D2FE"/>
                </a:solidFill>
                <a:latin typeface="Calibri"/>
                <a:ea typeface="Microsoft YaHei"/>
              </a:rPr>
              <a:t>vLLM 的 PP bug 复现与修复 · 正确性验证 · 显存与计算不均衡 · 7 种切分 × 4 种负载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CA3AF"/>
                </a:solidFill>
                <a:latin typeface="Calibri"/>
                <a:ea typeface="Microsoft YaHei"/>
              </a:rPr>
              <a:t>2026-10-28 · 进度汇报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一页结论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要回答的 6 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926080"/>
                <a:gridCol w="393192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#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问题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结果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对论文的意义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旧驱动 / 4090 能不能用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可用（需 NCCL_P2P_DISABLE=1）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不用换机器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vLLM 的 Nemotron PP 真的有 bug 吗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4 个 bug，全部真机复现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现有框架对混合模型 PP 支持不成熟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修复后结果正确吗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10/10 逐字一致（2 种切分）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后续所有实验的前提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显存浪费存在吗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不均匀切分浪费 5.8 GiB（预算的 90%）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图 2：显存利用率低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计算不均衡存在吗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D97706"/>
                          </a:solidFill>
                          <a:latin typeface="Calibri"/>
                          <a:ea typeface="Microsoft YaHei"/>
                        </a:rPr>
                        <a:t>⚠️ 存在，但主要来自层数而非 attention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图 1/3 需要更长上下文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5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最优静态切分会随负载变吗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59669"/>
                          </a:solidFill>
                          <a:latin typeface="Calibri"/>
                          <a:ea typeface="Microsoft YaHei"/>
                        </a:rPr>
                        <a:t>✅ 会：短输入偏 36,20（+8～14%），长输入偏 28,28（36,20 掉 ~23%）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图 4：静态切分不够用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8076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PP=4（无 attention 的 stage）需要 4 卡，尚未做。关键吞吐点已重复 3 次，波动 &lt; 2%。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实验平台与软件栈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92964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项目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配置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GPU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 × NVIDIA RTX 4090 24 GB（PCIe，无 NVLink；NCCL_P2P_DISABLE=1）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推理框架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vLLM 0.10.1.1，V0 引擎（VLLM_USE_V1=0），流水线并行 PP=2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模型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nvidia/NVIDIA-Nemotron-Nano-9B-v2，bf16，56 层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关键参数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max-model-len 32768 · gpu-memory-utilization 0.9 · max-num-seqs 16 · Mamba SSM cache fp32 · block 16 token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我们的改动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不改 vLLM 源码：一个 vLLM 插件（vllm.general_plugins）在每个进程里打补丁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插件内容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 个 bug 修复（可单独开关）· 每 stage 显存明细日志 · CUDA event 逐层计时 profiler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负载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vllm bench serve，随机数据集，输入 1K～30K token，固定并发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为什么用 V0：V0 的 PP 实现是 virtual engine + 每卡独立算 KV block 再取 min()，正是我们要研究的“静态切分”行为；V1 对混合模型的 PP 支持更不完整。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Nemotron-Nano-9B-v2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模型结构：4 层 attention 稀疏地分布在 56 层里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4</a:t>
            </a:r>
          </a:p>
        </p:txBody>
      </p:sp>
      <p:pic>
        <p:nvPicPr>
          <p:cNvPr id="6" name="Picture 5" descr="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328142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4572000"/>
            <a:ext cx="5394960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57200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681728"/>
            <a:ext cx="512064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  <a:ea typeface="Microsoft YaHei"/>
              </a:rPr>
              <a:t>三类层的成本特点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Mamba / MLP：耗时只看本步 token 数，与上下文长度无关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Attention：耗时随上下文增长；KV 4 KiB/token/层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Mamba state：每层每序列 5.1 MiB，按 max_num_seqs 预分配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4572000"/>
            <a:ext cx="5394960" cy="16916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4572000"/>
            <a:ext cx="64008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681728"/>
            <a:ext cx="512064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7706"/>
                </a:solidFill>
                <a:latin typeface="Calibri"/>
                <a:ea typeface="Microsoft YaHei"/>
              </a:rPr>
              <a:t>三种切分的设计（控制变量）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默认 28,28：attention 2+2，作对照组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20,36 和 36,20：1+3 与 3+1，互为镜像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若现象随 attention 一起换边 → 原因是 attention 分布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架构（详见 docs/vllm_callchain.md）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vLLM V0 的 PP 调用链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011680" cy="73152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HTTP 请求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/v1/completions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463040"/>
            <a:ext cx="274320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icrosoft YaHei"/>
              </a:rPr>
              <a:t>AsyncLLMEngine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Microsoft YaHei"/>
              </a:rPr>
              <a:t>run_engine_loop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1828800"/>
            <a:ext cx="548640" cy="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0" y="1143000"/>
            <a:ext cx="2377440" cy="6400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Scheduler VE0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KV: N/2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965960"/>
            <a:ext cx="2377440" cy="6400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Scheduler VE1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KV: N/2 block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852160" y="1463040"/>
            <a:ext cx="731520" cy="22860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52160" y="1965960"/>
            <a:ext cx="731520" cy="3200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0" y="1188720"/>
            <a:ext cx="27432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PP=2 → 2 个 virtual engine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新请求进未完成数最少的 VE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每个 VE 同时只有 1 个 micro-batch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926080"/>
            <a:ext cx="2743200" cy="73152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icrosoft YaHei"/>
              </a:rPr>
              <a:t>Executor（多进程）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  <a:ea typeface="Microsoft YaHei"/>
              </a:rPr>
              <a:t>每个 stage 一把 asyncio.Lock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2194560"/>
            <a:ext cx="0" cy="73152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53712" y="2404872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micro-batch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06240"/>
            <a:ext cx="4206240" cy="123444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  <a:ea typeface="Microsoft YaHei"/>
              </a:rPr>
              <a:t>Stage 0 · GPU0 · 层 0–27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  <a:ea typeface="Microsoft YaHei"/>
              </a:rPr>
              <a:t>embedding → 本 stage 各层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  <a:ea typeface="Microsoft YaHei"/>
              </a:rPr>
              <a:t>Mamba cache + KV（VE0/VE1 各一份）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206240"/>
            <a:ext cx="4206240" cy="1234440"/>
          </a:xfrm>
          <a:prstGeom prst="roundRect">
            <a:avLst/>
          </a:prstGeom>
          <a:solidFill>
            <a:srgbClr val="CCFBF1"/>
          </a:solidFill>
          <a:ln w="15875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  <a:ea typeface="Microsoft YaHei"/>
              </a:rPr>
              <a:t>Stage 1 · GPU1 · 层 28–55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  <a:ea typeface="Microsoft YaHei"/>
              </a:rPr>
              <a:t>本 stage 各层 → norm → logits → 采样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Calibri"/>
                <a:ea typeface="Microsoft YaHei"/>
              </a:rPr>
              <a:t>Mamba cache + KV（VE0/VE1 各一份）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651760" y="3657600"/>
            <a:ext cx="1188720" cy="5486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3657600"/>
            <a:ext cx="3566160" cy="5486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54880" y="4818888"/>
            <a:ext cx="1828800" cy="0"/>
          </a:xfrm>
          <a:prstGeom prst="line">
            <a:avLst/>
          </a:prstGeom>
          <a:ln w="317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800600" y="4343400"/>
            <a:ext cx="1783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2563EB"/>
                </a:solidFill>
                <a:latin typeface="Calibri"/>
                <a:ea typeface="Microsoft YaHei"/>
              </a:rPr>
              <a:t>hidden_states
+ residual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0789920" y="2194560"/>
            <a:ext cx="0" cy="237744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881360" y="3017520"/>
            <a:ext cx="11887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采样结果
回到引擎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607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启动时：每个 worker 用假数据跑一次 forward 测显存 → 各自算出能放多少 KV block → executor 取 min() → 每个 VE 再分到 1/PP。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可直接写进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发现 ①：vLLM 的 NemotronH PP 有 4 个 bug，一个挡一个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747"/>
                <a:gridCol w="4648200"/>
                <a:gridCol w="3997452"/>
                <a:gridCol w="1859280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Bug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问题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4090 上的现象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状态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load_weights 不跳过其他 stage 的层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加载时 KeyError: 'layers.49.mixer…'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复现 + 修复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forward 遍历全部 56 层（含占位符 PPMissingLayer）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ValueError: too many values to unpack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复现 + 修复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工厂函数名写错（intmd vs intermediate），
接口里的空方法静默返回 None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stage 1 上 AssertionError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复现 + 修复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非首 stage 把收到的 residual 清空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能启动，但 10/10 输出错误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✅ 复现 + 修复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846320"/>
            <a:ext cx="11155680" cy="12801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4846320"/>
            <a:ext cx="6400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956048"/>
            <a:ext cx="1088136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  <a:ea typeface="Microsoft YaHei"/>
              </a:rPr>
              <a:t>怎么证实的：每次多修一个，逐层剥开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原版 → 挂在加载（Bug 3）；修 3 → stage 0 挂在 Bug 1，同时 stage 1 挂在 Bug 4（两张卡并行 profile，日志里两个错误都出现了）；修 3+1+4 → 能跑但结果错（Bug 2）；全修 → 正确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v0.10.2 / v0.11.0 中这些代码仍然存在；全部通过插件修复，不改 vLLM 源码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后续所有实验的前提 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发现 ②：修复后 PP=2 与单卡逐字一致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67665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201168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配置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与 PP=1 一致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第一个不同的字符位置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PP=2 默认 28,28（全部修复）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59669"/>
                          </a:solidFill>
                          <a:latin typeface="Calibri"/>
                          <a:ea typeface="Microsoft YaHei"/>
                        </a:rPr>
                        <a:t>10 / 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PP=2 不均匀 20,36（全部修复）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59669"/>
                          </a:solidFill>
                          <a:latin typeface="Calibri"/>
                          <a:ea typeface="Microsoft YaHei"/>
                        </a:rPr>
                        <a:t>10 / 10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—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PP=2 保留 Bug 2（残差被清空）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0 / 10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第 0～5 个字符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589520" y="1417320"/>
            <a:ext cx="406908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417320"/>
            <a:ext cx="64008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527048"/>
            <a:ext cx="379476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  <a:ea typeface="Microsoft YaHei"/>
              </a:rPr>
              <a:t>测试方法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temperature=0（greedy），输出确定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10 条 prompt：问答 / 代码 / 中译英 / 算术 / ~3000 token 长文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长 prompt 覆盖 Mamba 多 chunk prefill 与跨多个 KV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03320"/>
            <a:ext cx="111556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7280"/>
                </a:solidFill>
                <a:latin typeface="Calibri"/>
                <a:ea typeface="Microsoft YaHei"/>
              </a:rPr>
              <a:t>Bug 2 的输出示例（prompt：“def fibonacci(n):”）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111556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059669"/>
                </a:solidFill>
                <a:latin typeface="Calibri"/>
                <a:ea typeface="Microsoft YaHei"/>
              </a:rPr>
              <a:t>PP=1：  if n &lt;= 0: return 0 elif n == 1: return 1 else: return fibonacci(n-1)…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DC2626"/>
                </a:solidFill>
                <a:latin typeface="Calibri"/>
                <a:ea typeface="Microsoft YaHei"/>
              </a:rPr>
              <a:t>Bug 2：the the the\nonly\n\n to only\n00 to the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意义：可以任意改变切分而不影响正确性 —— 后面扫描切分的实验靠的就是这一点。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机制（vLLM 源码）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显存是怎么分配的：每卡各算一个数，然后取最小值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560320" cy="137160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  <a:ea typeface="Microsoft YaHei"/>
              </a:rPr>
              <a:t>① 每个 stage 测显存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用假数据跑一次 forward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得到 权重 + 激活峰值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148840"/>
            <a:ext cx="2743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37560" y="1463040"/>
            <a:ext cx="2560320" cy="137160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  <a:ea typeface="Microsoft YaHei"/>
              </a:rPr>
              <a:t>② 算本卡能放多少 block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(0.9×总显存 − 非KV) ÷ block 大小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block 大小 ∝ 本卡 attention 层数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97880" y="2148840"/>
            <a:ext cx="2743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72200" y="1463040"/>
            <a:ext cx="2560320" cy="137160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  <a:ea typeface="Microsoft YaHei"/>
              </a:rPr>
              <a:t>③ executor 取 min()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所有 stage 都只分配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最小的那个 block 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32520" y="2148840"/>
            <a:ext cx="274320" cy="0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06840" y="1463040"/>
            <a:ext cx="2560320" cy="137160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  <a:ea typeface="Microsoft YaHei"/>
              </a:rPr>
              <a:t>④ 再按 VE 均分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每个 virtual engine</a:t>
            </a:r>
          </a:p>
          <a:p>
            <a:pPr algn="ctr"/>
            <a:r>
              <a:rPr sz="1300" b="0">
                <a:solidFill>
                  <a:srgbClr val="6B7280"/>
                </a:solidFill>
                <a:latin typeface="Calibri"/>
                <a:ea typeface="Microsoft YaHei"/>
              </a:rPr>
              <a:t>只拿 1/PP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00400"/>
            <a:ext cx="64008" cy="2377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10128"/>
            <a:ext cx="52120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  <a:ea typeface="Microsoft YaHei"/>
              </a:rPr>
              <a:t>为什么混合模型会浪费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attention 只有 1 层的 stage：block 只有 64 KiB，本来能放 10 万个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attention 3 层且权重更多的 stage：block 192 KiB，只能放 1 万个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取 min() 后两边都只用 1 万个 → 前者 90% 的 KV 预算闲置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200400"/>
            <a:ext cx="5486400" cy="23774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3200400"/>
            <a:ext cx="64008" cy="2377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310128"/>
            <a:ext cx="521208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  <a:ea typeface="Microsoft YaHei"/>
              </a:rPr>
              <a:t>容量由什么决定（不是“浪费”本身）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可容纳 token 数 = min( KV 预算ᵢ ÷ 每 token 的 KVᵢ 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空出来的显存放不了另一张卡那几层的 KV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→ 切分同时决定了每张卡的显存供给和 KV 需求，按层数均分会让两者错位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图 2 雏形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发现 ③：不均匀切分时 90% 的 KV 预算闲置，且随切分换边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9</a:t>
            </a:r>
          </a:p>
        </p:txBody>
      </p:sp>
      <p:pic>
        <p:nvPicPr>
          <p:cNvPr id="6" name="Picture 5" descr="m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737937" cy="457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58200" y="1463040"/>
          <a:ext cx="34290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1028700"/>
                <a:gridCol w="891540"/>
                <a:gridCol w="822960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切分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S0 / S1 浪费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engine block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可容纳 token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0.18 / 0.00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32,272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516K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20,36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5.82 / 0.00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10,032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161K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0.00 / 5.73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10,400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166K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58200" y="3429000"/>
            <a:ext cx="34290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对照组几乎不浪费（0.18 GiB）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1+3 / 3+1：5.8 GiB 闲置，位置互换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Calibri"/>
                <a:ea typeface="Microsoft YaHei"/>
              </a:rPr>
              <a:t>•  总容量 516K → 161K token（少 3.2 倍）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激活峰值 7.2～7.8 GiB：其中 32K token 的 profile prefill 占大头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8076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max-num-seqs=64 时 20,36 和 36,20 直接 OOM 起不来（Mamba state 预分配 5.4 GiB）；上表为 max-num-seqs=16。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图 2 · results/day2/grid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显存：7 种切分扫描 —— 容量差 10 倍，两端直接起不来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10</a:t>
            </a:r>
          </a:p>
        </p:txBody>
      </p:sp>
      <p:pic>
        <p:nvPicPr>
          <p:cNvPr id="6" name="Picture 5" descr="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659181" cy="44805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863840" y="1371600"/>
          <a:ext cx="402335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59"/>
                <a:gridCol w="640080"/>
                <a:gridCol w="1600199"/>
                <a:gridCol w="96011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切分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attn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S0 / S1 浪费 GiB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容量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16,40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1+3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7.46 / 0.00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起不来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20,36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1+3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5.82 / 0.00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161K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24,32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2+2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2.64 / 0.00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355K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2+2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0.18 / 0.00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59669"/>
                          </a:solidFill>
                          <a:latin typeface="Calibri"/>
                          <a:ea typeface="Microsoft YaHei"/>
                        </a:rPr>
                        <a:t>516K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32,24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3+1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0.00 / 4.08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274K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3+1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0.00 / 5.73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166K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40,16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4+0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0.00 / 7.23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起不来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63840" y="4434840"/>
            <a:ext cx="4023360" cy="1554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•  只有 28,28 两边“供需”刚好对上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•  40,16：4 层 attention 全在 S0，S1 的 7.2 GiB 整块闲置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1F2937"/>
                </a:solidFill>
                <a:latin typeface="Calibri"/>
                <a:ea typeface="Microsoft YaHei"/>
              </a:rPr>
              <a:t>•  16,40 / 40,16：权重多的一边只剩 0.6～0.8 GiB 给 KV，连一条 32K 序列都放不下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results/repeat · 每组 64 条请求 × 3 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吞吐：重复 3 次 —— 短输入 36,20 更快是真的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011680"/>
                <a:gridCol w="237744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切分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1K：输出 tok/s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1K TPOT (ms)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16K：输出 tok/s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16K TTFT (s)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默认 28,28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441 ± 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32.2 ± 0.1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59669"/>
                          </a:solidFill>
                          <a:latin typeface="Calibri"/>
                          <a:ea typeface="Microsoft YaHei"/>
                        </a:rPr>
                        <a:t>68.5 ± 0.7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12.8 ± 0.2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059669"/>
                          </a:solidFill>
                          <a:latin typeface="Calibri"/>
                          <a:ea typeface="Microsoft YaHei"/>
                        </a:rPr>
                        <a:t>480 ± 2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28.8 ± 0.1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52.2 ± 0.6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21.9 ± 0.1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3200400"/>
            <a:ext cx="548640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200400"/>
            <a:ext cx="64008" cy="2651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310128"/>
            <a:ext cx="521208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059669"/>
                </a:solidFill>
                <a:latin typeface="Calibri"/>
                <a:ea typeface="Microsoft YaHei"/>
              </a:rPr>
              <a:t>短输入：36,20 快 9%，标准差 &lt; 1% → 不是噪声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但 eager profiling 里 S0 单步耗时是 S1 的 2.3 倍，按理应更慢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关键：profiler 只计 model.forward，不含 lm_head 和采样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这两步只在最后一个 stage 做：lm_head 是 4480×131072 的矩阵，decode 时约等于 4 层的计算量，再加上采样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→ 末 stage 天然更重，“均匀”的 28,28 其实不均匀（待测量验证）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3200400"/>
            <a:ext cx="5486400" cy="26517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3200400"/>
            <a:ext cx="64008" cy="2651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310128"/>
            <a:ext cx="5212080" cy="2468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  <a:ea typeface="Microsoft YaHei"/>
              </a:rPr>
              <a:t>长输入：36,20 慢 24%，TTFT 从 12.8 s 涨到 21.9 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16 并发 × 16.5K ≈ 264K token，36,20 只能放 161K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请求排队等 KV → 显存不均衡直接变成吞吐损失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同一个切分在两种负载下一好一坏 → 下一页的完整扫描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eager 模式（关 CUDA graph）下 36,20 反而慢 36%：多 8 层带来的 kernel 启动开销在 CPU 上串行，CUDA graph 下这部分被消掉了（推测）。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图 4 · 7 种切分 × 4 种负载（day2）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发现 ⑤：最优的静态切分随负载变化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12</a:t>
            </a:r>
          </a:p>
        </p:txBody>
      </p:sp>
      <p:pic>
        <p:nvPicPr>
          <p:cNvPr id="6" name="Picture 5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7087577" cy="4572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26679" y="1371600"/>
          <a:ext cx="4114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822960"/>
                <a:gridCol w="822960"/>
                <a:gridCol w="14630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负载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最优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比默认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最差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短对话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+10%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20,36  -13%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长输出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+14%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20,36  -16%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长输入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+0%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  -14%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长上下文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+0%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20,36  -23%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3611880"/>
            <a:ext cx="41148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•  decode 为主（短输入、长输出）：S0 层数越多越快，36,20 比默认快 10～14%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•  prefill / 长上下文为主：28,28 最好，偏离越远越差（KV 容量）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Calibri"/>
                <a:ea typeface="Microsoft YaHei"/>
              </a:rPr>
              <a:t>•  没有一个静态切分在所有负载下都最优 → 支撑“按负载动态调整切分”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DC2626"/>
                </a:solidFill>
                <a:latin typeface="Calibri"/>
                <a:ea typeface="Microsoft YaHei"/>
              </a:rPr>
              <a:t>•  但折中切分 32,24 在 4 种负载下都不低于最优的 92%（最多差 8%）：动态切分的收益空间需要在更长上下文和 PP=4 上确认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15568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7280"/>
                </a:solidFill>
                <a:latin typeface="Calibri"/>
                <a:ea typeface="Microsoft YaHei"/>
              </a:rPr>
              <a:t>单次运行；纵轴为请求吞吐（输入输出长度固定，等价于 token 吞吐）。16,40 与 40,16 启动即因 KV 放不下 32K 序列失败。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图 1 / 图 3 雏形 · 部分结果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发现 ④：计算不均衡 —— 目前主要来自层数，而非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13</a:t>
            </a:r>
          </a:p>
        </p:txBody>
      </p:sp>
      <p:pic>
        <p:nvPicPr>
          <p:cNvPr id="6" name="Picture 5" descr="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5443548" cy="3840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257800"/>
            <a:ext cx="55778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2937"/>
                </a:solidFill>
                <a:latin typeface="Calibri"/>
                <a:ea typeface="Microsoft YaHei"/>
              </a:rPr>
              <a:t>prefill 时 attention 占全模型耗时：1K：2.7% → 8K：4.0% → 16K：7.2%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单层 attention 增长最快（≈二次方），但全模型只有 4 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417320"/>
          <a:ext cx="5394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005840"/>
                <a:gridCol w="1005840"/>
                <a:gridCol w="914400"/>
                <a:gridCol w="9144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切分 / 输入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S0 单步 ms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S1 单步 ms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S0 忙碌率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S1 忙碌率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 · 1K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17.1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15.1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0.74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0.65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 · 8K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30.3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27.7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0.69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0.63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 · 16K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44.7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42.6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0.67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0.64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28,28 · 30K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127.3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122.9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0.75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0.73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 · 1K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29.4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12.6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0.88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0.38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 · 8K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40.6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20.6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0.85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0.43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 · 16K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59.4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31.0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0.85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0.44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36,20 · 30K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104.4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53.2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0.74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0.38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4892040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•  默认切分：两卡耗时接近，但忙碌率只有 65～75%（流水线空泡）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•  36,20：stage 0 忙 85～88%，stage 1 只有 37～44%；S0/S1 单步耗时比 2.3 → 2.0 → 1.9 → 2.0，不随上下文拉大 → 差距来自 36 vs 20 层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Calibri"/>
                <a:ea typeface="Microsoft YaHei"/>
              </a:rPr>
              <a:t>•  默认 16K：day1 运行中 OOM，day2 用 util 0.85 重跑补齐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DC2626"/>
                </a:solidFill>
                <a:latin typeface="Calibri"/>
                <a:ea typeface="Microsoft YaHei"/>
              </a:rPr>
              <a:t>•  注意：计时不含 lm_head 和采样（只在 S1 上做），S1 的负担被低估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影响实验设计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读源码的其他发现（调用链笔记 2.1–2.6）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108960" cy="7498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KV 再按 VE 均分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417320"/>
            <a:ext cx="78638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Microsoft YaHei"/>
              </a:rPr>
              <a:t>scheduler.py:442 num_gpu_blocks //= PP：每个 virtual engine 只能用 min() 结果的一半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13432"/>
            <a:ext cx="3108960" cy="7498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Mamba state 按上限预分配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313432"/>
            <a:ext cx="78638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Microsoft YaHei"/>
              </a:rPr>
              <a:t>mamba_cache.py:37 按 max_num_seqs 分配；首次 forward 时惰性创建，所以被算进“激活”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09544"/>
            <a:ext cx="3108960" cy="7498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Mamba 槽位可能不够（推测）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09544"/>
            <a:ext cx="78638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Microsoft YaHei"/>
              </a:rPr>
              <a:t>每个 VE 各允许 max_num_seqs 个并发，但 Mamba 槽位共 max_num_seqs 个；并发 &gt; 上限时可能出错，待验证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05656"/>
            <a:ext cx="3108960" cy="7498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embedding / lm_head 每卡一份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105656"/>
            <a:ext cx="78638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Microsoft YaHei"/>
              </a:rPr>
              <a:t>每个 stage 多占约 1.1 GiB 用不上的权重；与异构无关，但做 baseline 时要先修掉或统一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01768"/>
            <a:ext cx="3108960" cy="749808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Microsoft YaHei"/>
              </a:rPr>
              <a:t>没有 attention 的 stage 让引擎起不来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5001768"/>
            <a:ext cx="7863840" cy="7498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Calibri"/>
                <a:ea typeface="Microsoft YaHei"/>
              </a:rPr>
              <a:t>block 大小为 0 → 本卡 0 个 block → min()=0；PP=4 均匀切分时首尾两卡就是这样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需要老师知道的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问题与局限（如实说明）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64008" cy="21945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2120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97706"/>
                </a:solidFill>
                <a:latin typeface="Calibri"/>
                <a:ea typeface="Microsoft YaHei"/>
              </a:rPr>
              <a:t>数据可信度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关键点已重复 3 次（波动 &lt; 2%）；7×4 网格目前只跑 1 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profiling 关掉 CUDA graph，且不含 lm_head/采样 → 低估末 stage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短输入 36,20 更快的原因目前是推测，需单独计时 lm_head + 采样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5486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417320"/>
            <a:ext cx="64008" cy="2194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27048"/>
            <a:ext cx="521208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DC2626"/>
                </a:solidFill>
                <a:latin typeface="Calibri"/>
                <a:ea typeface="Microsoft YaHei"/>
              </a:rPr>
              <a:t>运行中的 OOM（已绕过，但值得记录）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默认切分 16K profiling 时，stage 1 在 Mamba 长 prefill 处 OOM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vLLM 启动时的显存估计偏低（碎片 2.3 GiB 未计入）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已用 util 0.85 重跑补齐；说明 profile_run 对 Mamba 的估计不可靠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54864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794760"/>
            <a:ext cx="64008" cy="21031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8"/>
            <a:ext cx="521208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6B7280"/>
                </a:solidFill>
                <a:latin typeface="Calibri"/>
                <a:ea typeface="Microsoft YaHei"/>
              </a:rPr>
              <a:t>平台带来的混杂因素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4090 无 NVLink 且关闭 P2P：stage 间传输经过主机内存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16K prefill 一次要传 ~290 MB 的 hidden+residual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正式实验需单独测量传输开销，或换 A100/H100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794760"/>
            <a:ext cx="54864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794760"/>
            <a:ext cx="64008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904488"/>
            <a:ext cx="521208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2563EB"/>
                </a:solidFill>
                <a:latin typeface="Calibri"/>
                <a:ea typeface="Microsoft YaHei"/>
              </a:rPr>
              <a:t>对论点的修正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Nano 9B v2 只有 4 层 attention，≤30K 时 attention 占耗时 &lt;10%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计算不均衡的论据需要更长上下文（64K～128K）或 attention 更多的模型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Calibri"/>
                <a:ea typeface="Microsoft YaHei"/>
              </a:rPr>
              <a:t>•  显存不均衡的论据已经很强，可作为主线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2563EB"/>
                </a:solidFill>
                <a:latin typeface="Calibri"/>
                <a:ea typeface="Microsoft YaHei"/>
              </a:rPr>
              <a:t>接下来 1～2 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2471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1F2937"/>
                </a:solidFill>
                <a:latin typeface="Calibri"/>
                <a:ea typeface="Microsoft YaHei"/>
              </a:rPr>
              <a:t>下一步计划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6B7280"/>
                </a:solidFill>
                <a:latin typeface="Calibri"/>
                <a:ea typeface="Microsoft YaHe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5669280"/>
                <a:gridCol w="4572000"/>
              </a:tblGrid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优先级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任务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  <a:ea typeface="Microsoft YaHei"/>
                        </a:rPr>
                        <a:t>目的</a:t>
                      </a:r>
                    </a:p>
                  </a:txBody>
                  <a:tcPr marL="73152" marR="73152" anchor="ctr">
                    <a:solidFill>
                      <a:srgbClr val="1F293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P0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单独计时 lm_head + 采样 + 卡间传输（CUDA graph 下）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解释短输入 36,20 更快，修正“均衡”的定义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DC2626"/>
                          </a:solidFill>
                          <a:latin typeface="Calibri"/>
                          <a:ea typeface="Microsoft YaHei"/>
                        </a:rPr>
                        <a:t>P0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网格重复 3 次；加 PP=1 单卡 ×2（数据并行）对照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图 4 加误差；说明 PP 在什么场景才划算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扫描 max-num-seqs × 上下文长度 × 切分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显存不均衡的两个来源（Mamba state vs KV）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P1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64K～128K 长上下文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让 attention 的计算不均衡显现出来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测量 stage 间传输开销（P2P 关闭）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排除平台混杂因素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P2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租 4 卡验证 PP=4（无 attention 的 stage）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传统 PP 不适配混合模型的又一证据</a:t>
                      </a:r>
                    </a:p>
                  </a:txBody>
                  <a:tcPr marL="73152" marR="73152" anchor="ctr">
                    <a:solidFill>
                      <a:srgbClr val="F3F4F6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P2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设计按负载调整切分的方案，与最优静态切分对比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  <a:ea typeface="Microsoft YaHei"/>
                        </a:rPr>
                        <a:t>论文方法部分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